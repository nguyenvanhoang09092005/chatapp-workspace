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Giới thiệu và đặt vấn đề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Bài toán phân loại dựa trên Bayes Rule</a:t>
            </a:r>
          </a:p>
          <a:p>
            <a:pPr/>
            <a:r>
              <a:t>• Mục tiêu: dự đoán nhãn y cho mẫu mới x</a:t>
            </a:r>
          </a:p>
          <a:p>
            <a:pPr/>
            <a:r>
              <a:t>• Khó khăn: ước lượng p(x|y) khi số đặc trưng lớn</a:t>
            </a:r>
          </a:p>
          <a:p>
            <a:pPr/>
            <a:r>
              <a:t>• Naïve Bayes giải quyết bằng giả định độc lập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Cơ sở lý thuyết Bayes &amp; Naïve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Bayes Rule: p(y|x) = p(x|y)p(y)/p(x)</a:t>
            </a:r>
          </a:p>
          <a:p>
            <a:pPr/>
            <a:r>
              <a:t>• Naïve Bayes: giả định độc lập các đặc trưng</a:t>
            </a:r>
          </a:p>
          <a:p>
            <a:pPr/>
            <a:r>
              <a:t>• p(x1, x2,…|y) = Π p(xj|y)</a:t>
            </a:r>
          </a:p>
          <a:p>
            <a:pPr/>
            <a:r>
              <a:t>• Thích hợp cho dữ liệu nhiều đặc trưng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Thuật toán và ví dụ minh hoạ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Tính prior p(y)</a:t>
            </a:r>
          </a:p>
          <a:p>
            <a:pPr/>
            <a:r>
              <a:t>• Tính likelihood p(xj|y)</a:t>
            </a:r>
          </a:p>
          <a:p>
            <a:pPr/>
            <a:r>
              <a:t>• Dự đoán bằng argmax p(y) * Π p(xj|y)</a:t>
            </a:r>
          </a:p>
          <a:p>
            <a:pPr/>
            <a:r>
              <a:t>• Ví dụ: phân loại yes/no dựa trên bảng dữ liệu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Ứng dụng – Ưu điểm – Nhược điểm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Ứng dụng: phân loại văn bản, y tế, hệ thống lớn</a:t>
            </a:r>
          </a:p>
          <a:p>
            <a:pPr/>
            <a:r>
              <a:t>• Ưu điểm: nhanh, dễ triển khai, hiệu quả</a:t>
            </a:r>
          </a:p>
          <a:p>
            <a:pPr/>
            <a:r>
              <a:t>• Nhược điểm: giả định độc lập thường 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